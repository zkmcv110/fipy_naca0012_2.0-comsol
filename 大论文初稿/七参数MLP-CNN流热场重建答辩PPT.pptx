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6"/>
    <p:sldId id="272" r:id="rId5"/>
    <p:sldId id="273" r:id="rId3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8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Microsoft YaHei"/>
              </a:rPr>
              <a:t>毕业论文答辩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C232B"/>
                </a:solidFill>
                <a:latin typeface="Microsoft YaHei"/>
              </a:rPr>
              <a:t>基于 MLP-CNN 流热场重建的
翼型柱阵列散热器性能预测与优化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889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876"/>
                </a:solidFill>
                <a:latin typeface="Microsoft YaHei"/>
              </a:rPr>
              <a:t>七参数参数化建模 · PVT 流热场重建 · DE 优化 · CFD 复算 · 三维迁移验证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A73E8"/>
                </a:solidFill>
                <a:latin typeface="Microsoft YaHei"/>
              </a:rPr>
              <a:t>1000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531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B6876"/>
                </a:solidFill>
                <a:latin typeface="Microsoft YaHei"/>
              </a:rPr>
              <a:t>七参数 CFD 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40690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47D55"/>
                </a:solidFill>
                <a:latin typeface="Microsoft YaHei"/>
              </a:rPr>
              <a:t>3×96×320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44531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B6876"/>
                </a:solidFill>
                <a:latin typeface="Microsoft YaHei"/>
              </a:rPr>
              <a:t>PVT 场数据维度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40690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6F25"/>
                </a:solidFill>
                <a:latin typeface="Microsoft YaHei"/>
              </a:rPr>
              <a:t>0.971888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44531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B6876"/>
                </a:solidFill>
                <a:latin typeface="Microsoft YaHei"/>
              </a:rPr>
              <a:t>eta_R2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0690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A73E8"/>
                </a:solidFill>
                <a:latin typeface="Microsoft YaHei"/>
              </a:rPr>
              <a:t>1.056732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4531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B6876"/>
                </a:solidFill>
                <a:latin typeface="Microsoft YaHei"/>
              </a:rPr>
              <a:t>三维 eta3D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七参数结构优化需要比逐点 CFD 更快的预测方法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翼型柱阵列同时影响换热增强和流动阻力。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七维参数空间直接 CFD 遍历成本高。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只预测 Nu/f 缺少流热场解释能力。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00200"/>
            <a:ext cx="493776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70992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011680"/>
            <a:ext cx="460857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论文正文与 reports/论文证据链总表.md 中列出脚本、JSON、CSV 和图片路径。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目标是同时预测性能指标和 p/U/T 空间流热场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输入：Ta、Twa、Tb、Ts、Tt、Tad、theta。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输出：p/U/T 场、Nu、f，eta 由 Nu/f 计算。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PVT 中 V 表示速度大小 U=sqrt(u²+v²)。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00200"/>
            <a:ext cx="493776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70992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011680"/>
            <a:ext cx="460857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论文正文与 reports/论文证据链总表.md 中列出脚本、JSON、CSV 和图片路径。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从参数化建模到三维迁移形成完整证据链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七参数建模 -&gt; 二维 CFD -&gt; PVT 数据集。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MLP-CNN / Conditional U-Net 重建流热场。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DE 搜索 eta 最大结构，二维复算后迁移三维。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00200"/>
            <a:ext cx="493776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70992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011680"/>
            <a:ext cx="460857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论文正文与 reports/论文证据链总表.md 中列出脚本、JSON、CSV 和图片路径。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七参数建模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几何参数控制翼型形状、阵列间距和整体姿态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Ta/Twa/Tb 描述翼型几何。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Ts/Tt/Tad 控制阵列间距与错排。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theta 控制整体旋转角。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00200"/>
            <a:ext cx="493776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70992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011680"/>
            <a:ext cx="460857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论文正文与 reports/论文证据链总表.md 中列出脚本、JSON、CSV 和图片路径。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二维 CFD 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二维复算用于验证代理优化结论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入口给定流速和温度，出口压力边界。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固体/流体区域耦合传热。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输出 Nu、f、eta 以及速度、压力、温度场。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00200"/>
            <a:ext cx="493776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70992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011680"/>
            <a:ext cx="460857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论文正文与 reports/论文证据链总表.md 中列出脚本、JSON、CSV 和图片路径。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PVT 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1000 组样本统一为 3×96×320 高分辨率场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数据文件：field_reconstruction_dataset_320x96_full_pUt.npz。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训练/验证/测试划分：700/150/150。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CFD 场是监督标签，不是模型输入。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00200"/>
            <a:ext cx="493776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70992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011680"/>
            <a:ext cx="460857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论文正文与 reports/论文证据链总表.md 中列出脚本、JSON、CSV 和图片路径。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不是几何掩码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最终主线不依赖几何掩码图像输入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几何掩码容易被理解为参数曲线重绘。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本文模型输入仍是七参数和空间条件。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CNN 的任务是解码 p/U/T 空间场。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00200"/>
            <a:ext cx="493776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70992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011680"/>
            <a:ext cx="460857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论文正文与 reports/论文证据链总表.md 中列出脚本、JSON、CSV 和图片路径。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网络结构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MLP 编码参数，CNN/U-Net 解码空间场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MLP Encoder：七参数 -&gt; 潜在特征。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CNN Decoder：潜在特征 + 坐标/区域 -&gt; p/U/T。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性能分支输出 Nu/f，eta 保持公式一致。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00200"/>
            <a:ext cx="493776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70992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011680"/>
            <a:ext cx="460857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论文正文与 reports/论文证据链总表.md 中列出脚本、JSON、CSV 和图片路径。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损失函数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多任务损失同时约束场、指标和物理一致性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PVT 场重建损失。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Nu/f 性能预测损失。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eta 一致性损失和梯度一致性损失。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00200"/>
            <a:ext cx="493776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70992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011680"/>
            <a:ext cx="460857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论文正文与 reports/论文证据链总表.md 中列出脚本、JSON、CSV 和图片路径。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主模型结果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PVT U-Net 同时保持标量预测和场重建精度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A73E8"/>
                </a:solidFill>
                <a:latin typeface="Microsoft YaHei"/>
              </a:rPr>
              <a:t>0.969309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B6876"/>
                </a:solidFill>
                <a:latin typeface="Microsoft YaHei"/>
              </a:rPr>
              <a:t>Nu_R2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5544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47D55"/>
                </a:solidFill>
                <a:latin typeface="Microsoft YaHei"/>
              </a:rPr>
              <a:t>0.978038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9385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B6876"/>
                </a:solidFill>
                <a:latin typeface="Microsoft YaHei"/>
              </a:rPr>
              <a:t>f_R2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5544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6F25"/>
                </a:solidFill>
                <a:latin typeface="Microsoft YaHei"/>
              </a:rPr>
              <a:t>0.971888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9385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B6876"/>
                </a:solidFill>
                <a:latin typeface="Microsoft YaHei"/>
              </a:rPr>
              <a:t>eta_R2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5544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A73E8"/>
                </a:solidFill>
                <a:latin typeface="Microsoft YaHei"/>
              </a:rPr>
              <a:t>0.439960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9385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B6876"/>
                </a:solidFill>
                <a:latin typeface="Microsoft YaHei"/>
              </a:rPr>
              <a:t>T_MAE</a:t>
            </a:r>
          </a:p>
        </p:txBody>
      </p:sp>
      <p:pic>
        <p:nvPicPr>
          <p:cNvPr id="13" name="Picture 12" descr="predic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9875520" cy="2962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PVT 云图对比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预测场可用于解释压力、速度和温度分布趋势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se_20040_T_comsol_sample_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3474720" cy="343523"/>
          </a:xfrm>
          <a:prstGeom prst="rect">
            <a:avLst/>
          </a:prstGeom>
        </p:spPr>
      </p:pic>
      <p:pic>
        <p:nvPicPr>
          <p:cNvPr id="6" name="Picture 5" descr="case_20040_T_pred_sty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17320"/>
            <a:ext cx="3474720" cy="343523"/>
          </a:xfrm>
          <a:prstGeom prst="rect">
            <a:avLst/>
          </a:prstGeom>
        </p:spPr>
      </p:pic>
      <p:pic>
        <p:nvPicPr>
          <p:cNvPr id="7" name="Picture 6" descr="case_20040_T_error_sty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17320"/>
            <a:ext cx="3474720" cy="3435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K 折验证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三折结果说明模型对数据划分较稳定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0876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Nu_R2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0.964261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0.003353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f_R2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0.969705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0.004482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eta_R2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0.968501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0.000825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T_MAE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0.614454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0.049592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field_MAE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0.649893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0.028645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0" y="1600200"/>
            <a:ext cx="3931920" cy="146304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1709928"/>
            <a:ext cx="36027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2011680"/>
            <a:ext cx="36027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eta_R2 标准差仅 0.000825，说明综合性能预测对数据划分不敏感；K 折不替代 50 轮全量主模型。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消融实验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条件输入是场重建精度提升的关键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组别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eta_R2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field_MAE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T_MAE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0.969789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仅标量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0.974212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3.708562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3.316894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可重建但误差大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0.973342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0.616973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0.637812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条件输入有效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0.973451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0.608167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0.509703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物理约束改善局部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0.972475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0.571821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0.469610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CBAM 改善场误差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参数敏感性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Ts 是 eta 的最显著敏感参数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nsitivity_bar_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669280" cy="3307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600200"/>
          <a:ext cx="43891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排序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E6ECF4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RF permutation=1.361628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theta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RF permutation=0.231464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32B"/>
                          </a:solidFill>
                          <a:latin typeface="Microsoft YaHei"/>
                        </a:defRPr>
                      </a:pPr>
                      <a:r>
                        <a:t>RF permutation=0.147826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网格无关性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二维和三维三档网格已补算，但当前未通过阈值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6720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32B"/>
                </a:solidFill>
                <a:latin typeface="Microsoft YaHei"/>
              </a:defRPr>
            </a:pPr>
            <a:r>
              <a:t>二维 G4/G5：baseline Nu 21.070%、f 14.329%；DE Nu 16.006%、f 11.730%。</a:t>
            </a:r>
          </a:p>
          <a:p>
            <a:pPr>
              <a:spcAft>
                <a:spcPts val="600"/>
              </a:spcAft>
              <a:defRPr sz="1600">
                <a:solidFill>
                  <a:srgbClr val="1C232B"/>
                </a:solidFill>
                <a:latin typeface="Microsoft YaHei"/>
              </a:defRPr>
            </a:pPr>
            <a:r>
              <a:t>三维 Tmax 已接近收敛，但压降差异仍为 13.385% / 8.063%。</a:t>
            </a:r>
          </a:p>
          <a:p>
            <a:pPr>
              <a:spcAft>
                <a:spcPts val="600"/>
              </a:spcAft>
              <a:defRPr sz="1600">
                <a:solidFill>
                  <a:srgbClr val="1C232B"/>
                </a:solidFill>
                <a:latin typeface="Microsoft YaHei"/>
              </a:defRPr>
            </a:pPr>
            <a:r>
              <a:t>诊断：域级局部尺寸细化后二维仍未过，后续需壁面边界层和尾迹局部控制。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600200"/>
            <a:ext cx="3520440" cy="1417320"/>
          </a:xfrm>
          <a:prstGeom prst="rect">
            <a:avLst/>
          </a:prstGeom>
          <a:solidFill>
            <a:srgbClr val="FFF6E6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709928"/>
            <a:ext cx="31912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写法边界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2011680"/>
            <a:ext cx="31912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不能写成已完成网格无关性；当前只能报告真实补算未通过，并以正式 CFD 复算和三维迁移作为性能证据。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DE 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代理模型搜索 eta 最大的七参数组合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最优：Ta=0, Twa=0.6, Tb=0.15, Ts=1.5。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Tt=0.960919, Tad=1.0, theta=-2.224429。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代理预测 eta_pred=1.433572。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384048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2592" y="1755648"/>
            <a:ext cx="3511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2057400"/>
            <a:ext cx="35112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详见论文附录A与 reports/论文证据链总表.md。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二维 CFD 复算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最终优化结论以 COMSOL 复算为准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Nu_CFD=46.022427。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f_CFD=0.106658。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eta_CFD=1.447895，高于旧 baseline eta=1.420111。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384048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2592" y="1755648"/>
            <a:ext cx="3511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2057400"/>
            <a:ext cx="35112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详见论文附录A与 reports/论文证据链总表.md。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三维迁移验证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二维最优结构在芯片级三维模型中仍有正收益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Tavg 从 379.201 K 降至 375.663 K。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Tmax 从 380.457 K 降至 376.970 K。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eta3D=1.056732；这是迁移验证，不是三维全局寻优结果。</a:t>
            </a:r>
          </a:p>
        </p:txBody>
      </p:sp>
      <p:pic>
        <p:nvPicPr>
          <p:cNvPr id="6" name="Picture 5" descr="chip_mlp_cnn_de_multiloss_e10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17320"/>
            <a:ext cx="4297680" cy="262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结果讨论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模型有效，但不等于高保真 CFD 求解器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PVT 场能解释主要空间趋势。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翼型边界、尾迹和压力突变仍有平滑误差。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优化结论必须以 CFD 复算为准。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384048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2592" y="1755648"/>
            <a:ext cx="3511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2057400"/>
            <a:ext cx="35112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详见论文附录A与 reports/论文证据链总表.md。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本文贡献在数据链、场重建和优化验证的一体化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七参数到 PVT 场的 MLP-CNN/U-Net 代理。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性能预测与流热场监督联合学习。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DE + 二维复算 + 三维迁移的证据链。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384048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2592" y="1755648"/>
            <a:ext cx="3511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2057400"/>
            <a:ext cx="35112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详见论文附录A与 reports/论文证据链总表.md。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优化结构在二维和三维验证中均表现出正向收益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PVT 主模型 eta_R2=0.971888。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二维 CFD eta=1.447895。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三维 eta3D=1.056732。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384048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2592" y="1755648"/>
            <a:ext cx="3511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2057400"/>
            <a:ext cx="35112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详见论文附录A与 reports/论文证据链总表.md。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Microsoft YaHei"/>
              </a:rPr>
              <a:t>答辩问答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C232B"/>
                </a:solidFill>
                <a:latin typeface="Microsoft YaHei"/>
              </a:rPr>
              <a:t>核心问题要围绕证据链回答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607040" cy="9144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为什么不用几何掩码？最终输入不是云图，云图是监督标签。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网格为什么没写通过？真实补算未达阈值，只能写网格敏感性风险。</a:t>
            </a:r>
          </a:p>
          <a:p>
            <a:pPr>
              <a:spcAft>
                <a:spcPts val="600"/>
              </a:spcAft>
              <a:defRPr sz="1800">
                <a:solidFill>
                  <a:srgbClr val="1C232B"/>
                </a:solidFill>
                <a:latin typeface="Microsoft YaHei"/>
              </a:defRPr>
            </a:pPr>
            <a:r>
              <a:t>为什么不替代 CFD？局部高梯度仍平滑，最终结论靠复算。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384048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2592" y="1755648"/>
            <a:ext cx="3511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Microsoft YaHei"/>
              </a:rPr>
              <a:t>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2057400"/>
            <a:ext cx="35112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876"/>
                </a:solidFill>
                <a:latin typeface="Microsoft YaHei"/>
              </a:rPr>
              <a:t>详见论文附录A与 reports/论文证据链总表.md。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636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B6876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5130</Words>
  <Application>WPS 演示</Application>
  <PresentationFormat>On-screen Show (4:3)</PresentationFormat>
  <Paragraphs>674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MING.</cp:lastModifiedBy>
  <cp:revision>3</cp:revision>
  <dcterms:created xsi:type="dcterms:W3CDTF">2013-01-27T09:14:00Z</dcterms:created>
  <dcterms:modified xsi:type="dcterms:W3CDTF">2026-06-12T07:15:46Z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4C9DB761E1E1416FB1AEBC7CD71DE24B_13</vt:lpwstr>
  </property>
</Properties>
</file>